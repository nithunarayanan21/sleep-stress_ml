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hyasree N" userId="c455b0eb132536c6" providerId="LiveId" clId="{9B342ADE-E252-4E91-8A02-E29D6B8FB2CA}"/>
    <pc:docChg chg="modSld sldOrd">
      <pc:chgData name="Nithyasree N" userId="c455b0eb132536c6" providerId="LiveId" clId="{9B342ADE-E252-4E91-8A02-E29D6B8FB2CA}" dt="2026-07-06T07:22:20.617" v="9" actId="20577"/>
      <pc:docMkLst>
        <pc:docMk/>
      </pc:docMkLst>
      <pc:sldChg chg="modSp mod">
        <pc:chgData name="Nithyasree N" userId="c455b0eb132536c6" providerId="LiveId" clId="{9B342ADE-E252-4E91-8A02-E29D6B8FB2CA}" dt="2026-06-26T08:47:04.401" v="8" actId="1076"/>
        <pc:sldMkLst>
          <pc:docMk/>
          <pc:sldMk cId="1239609869" sldId="260"/>
        </pc:sldMkLst>
        <pc:picChg chg="mod">
          <ac:chgData name="Nithyasree N" userId="c455b0eb132536c6" providerId="LiveId" clId="{9B342ADE-E252-4E91-8A02-E29D6B8FB2CA}" dt="2026-06-26T08:47:04.401" v="8" actId="1076"/>
          <ac:picMkLst>
            <pc:docMk/>
            <pc:sldMk cId="1239609869" sldId="260"/>
            <ac:picMk id="4" creationId="{DC36D5E2-E359-4866-11EE-30C55B81F1FB}"/>
          </ac:picMkLst>
        </pc:picChg>
      </pc:sldChg>
      <pc:sldChg chg="ord">
        <pc:chgData name="Nithyasree N" userId="c455b0eb132536c6" providerId="LiveId" clId="{9B342ADE-E252-4E91-8A02-E29D6B8FB2CA}" dt="2026-06-26T08:46:34.762" v="7"/>
        <pc:sldMkLst>
          <pc:docMk/>
          <pc:sldMk cId="3881568669" sldId="262"/>
        </pc:sldMkLst>
      </pc:sldChg>
      <pc:sldChg chg="ord">
        <pc:chgData name="Nithyasree N" userId="c455b0eb132536c6" providerId="LiveId" clId="{9B342ADE-E252-4E91-8A02-E29D6B8FB2CA}" dt="2026-06-26T08:43:25.960" v="3"/>
        <pc:sldMkLst>
          <pc:docMk/>
          <pc:sldMk cId="1372706248" sldId="263"/>
        </pc:sldMkLst>
      </pc:sldChg>
      <pc:sldChg chg="modSp mod">
        <pc:chgData name="Nithyasree N" userId="c455b0eb132536c6" providerId="LiveId" clId="{9B342ADE-E252-4E91-8A02-E29D6B8FB2CA}" dt="2026-07-06T07:22:20.617" v="9" actId="20577"/>
        <pc:sldMkLst>
          <pc:docMk/>
          <pc:sldMk cId="3593581315" sldId="264"/>
        </pc:sldMkLst>
        <pc:spChg chg="mod">
          <ac:chgData name="Nithyasree N" userId="c455b0eb132536c6" providerId="LiveId" clId="{9B342ADE-E252-4E91-8A02-E29D6B8FB2CA}" dt="2026-07-06T07:22:20.617" v="9" actId="20577"/>
          <ac:spMkLst>
            <pc:docMk/>
            <pc:sldMk cId="3593581315" sldId="264"/>
            <ac:spMk id="3" creationId="{E962BF82-4A60-F8DD-B588-79E4BAFD2581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Model</a:t>
            </a:r>
            <a:r>
              <a:rPr lang="en-IN" baseline="0" dirty="0"/>
              <a:t> Comparison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86.67</c:v>
                </c:pt>
                <c:pt idx="1">
                  <c:v>97.33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2A-4C11-AB93-5454F8EE11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8B2A-4C11-AB93-5454F8EE11C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8B2A-4C11-AB93-5454F8EE11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40174608"/>
        <c:axId val="1440175088"/>
      </c:barChart>
      <c:catAx>
        <c:axId val="14401746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0175088"/>
        <c:crosses val="autoZero"/>
        <c:auto val="1"/>
        <c:lblAlgn val="ctr"/>
        <c:lblOffset val="100"/>
        <c:noMultiLvlLbl val="0"/>
      </c:catAx>
      <c:valAx>
        <c:axId val="14401750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0174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C6E735-C2DF-400E-AA3E-C9FC10F396B2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6AA2FBE-6372-4445-A61C-8B1B16B65303}">
      <dgm:prSet phldrT="[Text]" phldr="0"/>
      <dgm:spPr/>
      <dgm:t>
        <a:bodyPr/>
        <a:lstStyle/>
        <a:p>
          <a:r>
            <a:rPr lang="en-IN" dirty="0"/>
            <a:t>Dataset Collection</a:t>
          </a:r>
        </a:p>
      </dgm:t>
    </dgm:pt>
    <dgm:pt modelId="{40A38E14-530A-4A79-97FB-B2EF40871EC7}" type="parTrans" cxnId="{6FD23E1B-4147-43A8-93C9-C62EE4E6D595}">
      <dgm:prSet/>
      <dgm:spPr/>
      <dgm:t>
        <a:bodyPr/>
        <a:lstStyle/>
        <a:p>
          <a:endParaRPr lang="en-IN"/>
        </a:p>
      </dgm:t>
    </dgm:pt>
    <dgm:pt modelId="{C3312D71-DC62-4A32-8A82-BA81B4A143AA}" type="sibTrans" cxnId="{6FD23E1B-4147-43A8-93C9-C62EE4E6D595}">
      <dgm:prSet/>
      <dgm:spPr/>
      <dgm:t>
        <a:bodyPr/>
        <a:lstStyle/>
        <a:p>
          <a:endParaRPr lang="en-IN"/>
        </a:p>
      </dgm:t>
    </dgm:pt>
    <dgm:pt modelId="{949F8022-F531-4C84-A8CE-E336D95F615D}">
      <dgm:prSet phldrT="[Text]" phldr="0"/>
      <dgm:spPr/>
      <dgm:t>
        <a:bodyPr/>
        <a:lstStyle/>
        <a:p>
          <a:r>
            <a:rPr lang="en-IN" dirty="0"/>
            <a:t>Dataset Preprocessing</a:t>
          </a:r>
        </a:p>
      </dgm:t>
    </dgm:pt>
    <dgm:pt modelId="{BD67DE14-817E-452B-9DA3-5DC45E3D3404}" type="parTrans" cxnId="{4E261C9F-7940-4328-B472-B71A01582EF8}">
      <dgm:prSet/>
      <dgm:spPr/>
      <dgm:t>
        <a:bodyPr/>
        <a:lstStyle/>
        <a:p>
          <a:endParaRPr lang="en-IN"/>
        </a:p>
      </dgm:t>
    </dgm:pt>
    <dgm:pt modelId="{4453828D-7265-4ABE-8736-1882B580C72D}" type="sibTrans" cxnId="{4E261C9F-7940-4328-B472-B71A01582EF8}">
      <dgm:prSet/>
      <dgm:spPr/>
      <dgm:t>
        <a:bodyPr/>
        <a:lstStyle/>
        <a:p>
          <a:endParaRPr lang="en-IN"/>
        </a:p>
      </dgm:t>
    </dgm:pt>
    <dgm:pt modelId="{F3525BA8-D294-4F20-A8C5-46F281F20723}">
      <dgm:prSet phldrT="[Text]" phldr="0"/>
      <dgm:spPr/>
      <dgm:t>
        <a:bodyPr/>
        <a:lstStyle/>
        <a:p>
          <a:r>
            <a:rPr lang="en-IN" dirty="0"/>
            <a:t>EDA</a:t>
          </a:r>
        </a:p>
      </dgm:t>
    </dgm:pt>
    <dgm:pt modelId="{2A4E9FB1-D029-470F-B00D-BA3ABC47AB29}" type="parTrans" cxnId="{A02E0201-106B-42EB-B6B8-82D970EC5A15}">
      <dgm:prSet/>
      <dgm:spPr/>
      <dgm:t>
        <a:bodyPr/>
        <a:lstStyle/>
        <a:p>
          <a:endParaRPr lang="en-IN"/>
        </a:p>
      </dgm:t>
    </dgm:pt>
    <dgm:pt modelId="{6157D466-DC7D-4C96-ADB3-65708EDD7B61}" type="sibTrans" cxnId="{A02E0201-106B-42EB-B6B8-82D970EC5A15}">
      <dgm:prSet/>
      <dgm:spPr/>
      <dgm:t>
        <a:bodyPr/>
        <a:lstStyle/>
        <a:p>
          <a:endParaRPr lang="en-IN"/>
        </a:p>
      </dgm:t>
    </dgm:pt>
    <dgm:pt modelId="{3F5D634A-1017-4C16-9ED1-DA8B8EBB4A17}">
      <dgm:prSet phldrT="[Text]" phldr="0"/>
      <dgm:spPr/>
      <dgm:t>
        <a:bodyPr/>
        <a:lstStyle/>
        <a:p>
          <a:r>
            <a:rPr lang="en-IN" dirty="0"/>
            <a:t>Model Building</a:t>
          </a:r>
        </a:p>
      </dgm:t>
    </dgm:pt>
    <dgm:pt modelId="{6BA0F8A5-ECDD-4660-A4E5-40B84FA00CC3}" type="parTrans" cxnId="{04F23DCE-7353-49D4-9732-64356313B2C9}">
      <dgm:prSet/>
      <dgm:spPr/>
      <dgm:t>
        <a:bodyPr/>
        <a:lstStyle/>
        <a:p>
          <a:endParaRPr lang="en-IN"/>
        </a:p>
      </dgm:t>
    </dgm:pt>
    <dgm:pt modelId="{117A51CB-5181-4E5D-8988-C510F36313C4}" type="sibTrans" cxnId="{04F23DCE-7353-49D4-9732-64356313B2C9}">
      <dgm:prSet/>
      <dgm:spPr/>
      <dgm:t>
        <a:bodyPr/>
        <a:lstStyle/>
        <a:p>
          <a:endParaRPr lang="en-IN"/>
        </a:p>
      </dgm:t>
    </dgm:pt>
    <dgm:pt modelId="{A5CB1A5F-01E1-4364-BF26-DE5681DC4893}">
      <dgm:prSet phldrT="[Text]" phldr="0"/>
      <dgm:spPr/>
      <dgm:t>
        <a:bodyPr/>
        <a:lstStyle/>
        <a:p>
          <a:r>
            <a:rPr lang="en-IN" dirty="0"/>
            <a:t>Model Evaluation</a:t>
          </a:r>
        </a:p>
      </dgm:t>
    </dgm:pt>
    <dgm:pt modelId="{10B04824-0651-448F-9302-0F4D06E98E6C}" type="parTrans" cxnId="{4E6C5BC1-7616-42C4-AEE6-20028FF28D3C}">
      <dgm:prSet/>
      <dgm:spPr/>
      <dgm:t>
        <a:bodyPr/>
        <a:lstStyle/>
        <a:p>
          <a:endParaRPr lang="en-IN"/>
        </a:p>
      </dgm:t>
    </dgm:pt>
    <dgm:pt modelId="{30F60EFE-756D-4B14-BB43-0759C0C341CA}" type="sibTrans" cxnId="{4E6C5BC1-7616-42C4-AEE6-20028FF28D3C}">
      <dgm:prSet/>
      <dgm:spPr/>
      <dgm:t>
        <a:bodyPr/>
        <a:lstStyle/>
        <a:p>
          <a:endParaRPr lang="en-IN"/>
        </a:p>
      </dgm:t>
    </dgm:pt>
    <dgm:pt modelId="{62E472A0-3420-4874-9F60-E5F5EC5DF343}">
      <dgm:prSet phldrT="[Text]" phldr="0"/>
      <dgm:spPr/>
      <dgm:t>
        <a:bodyPr/>
        <a:lstStyle/>
        <a:p>
          <a:r>
            <a:rPr lang="en-IN" dirty="0"/>
            <a:t>Feature Importance</a:t>
          </a:r>
        </a:p>
      </dgm:t>
    </dgm:pt>
    <dgm:pt modelId="{B7EBFE57-0640-4221-8293-1202CC477E8E}" type="parTrans" cxnId="{32325D5B-C588-4165-BBC2-2A297DBB9FF2}">
      <dgm:prSet/>
      <dgm:spPr/>
      <dgm:t>
        <a:bodyPr/>
        <a:lstStyle/>
        <a:p>
          <a:endParaRPr lang="en-IN"/>
        </a:p>
      </dgm:t>
    </dgm:pt>
    <dgm:pt modelId="{6101EA74-E240-40A3-8DAD-FB1F8238CEF0}" type="sibTrans" cxnId="{32325D5B-C588-4165-BBC2-2A297DBB9FF2}">
      <dgm:prSet/>
      <dgm:spPr/>
      <dgm:t>
        <a:bodyPr/>
        <a:lstStyle/>
        <a:p>
          <a:endParaRPr lang="en-IN"/>
        </a:p>
      </dgm:t>
    </dgm:pt>
    <dgm:pt modelId="{032FEF37-37EA-4381-9064-F3968E436074}">
      <dgm:prSet phldrT="[Text]" phldr="0"/>
      <dgm:spPr/>
      <dgm:t>
        <a:bodyPr/>
        <a:lstStyle/>
        <a:p>
          <a:r>
            <a:rPr lang="en-IN" dirty="0"/>
            <a:t>Result </a:t>
          </a:r>
        </a:p>
      </dgm:t>
    </dgm:pt>
    <dgm:pt modelId="{0F870D20-A7BB-4725-B2EE-340D2D8CD50F}" type="parTrans" cxnId="{E7BEF96D-24C6-4F0A-B8C6-41D5D0403D21}">
      <dgm:prSet/>
      <dgm:spPr/>
      <dgm:t>
        <a:bodyPr/>
        <a:lstStyle/>
        <a:p>
          <a:endParaRPr lang="en-IN"/>
        </a:p>
      </dgm:t>
    </dgm:pt>
    <dgm:pt modelId="{F73EC847-56A4-4FAE-94E3-7C3D3FD69920}" type="sibTrans" cxnId="{E7BEF96D-24C6-4F0A-B8C6-41D5D0403D21}">
      <dgm:prSet/>
      <dgm:spPr/>
      <dgm:t>
        <a:bodyPr/>
        <a:lstStyle/>
        <a:p>
          <a:endParaRPr lang="en-IN"/>
        </a:p>
      </dgm:t>
    </dgm:pt>
    <dgm:pt modelId="{E4D89796-14F5-40A9-A6E6-91464A95CD35}" type="pres">
      <dgm:prSet presAssocID="{C4C6E735-C2DF-400E-AA3E-C9FC10F396B2}" presName="linearFlow" presStyleCnt="0">
        <dgm:presLayoutVars>
          <dgm:resizeHandles val="exact"/>
        </dgm:presLayoutVars>
      </dgm:prSet>
      <dgm:spPr/>
    </dgm:pt>
    <dgm:pt modelId="{FCA537E7-E34F-4B59-8721-38BDEB0DDF1B}" type="pres">
      <dgm:prSet presAssocID="{36AA2FBE-6372-4445-A61C-8B1B16B65303}" presName="node" presStyleLbl="node1" presStyleIdx="0" presStyleCnt="7" custScaleX="351442" custLinFactNeighborX="-396">
        <dgm:presLayoutVars>
          <dgm:bulletEnabled val="1"/>
        </dgm:presLayoutVars>
      </dgm:prSet>
      <dgm:spPr/>
    </dgm:pt>
    <dgm:pt modelId="{15B3FD2A-71ED-4FE0-B4AB-D1F735B7A726}" type="pres">
      <dgm:prSet presAssocID="{C3312D71-DC62-4A32-8A82-BA81B4A143AA}" presName="sibTrans" presStyleLbl="sibTrans2D1" presStyleIdx="0" presStyleCnt="6"/>
      <dgm:spPr/>
    </dgm:pt>
    <dgm:pt modelId="{6DE637A5-A147-4364-83F8-D48EC6F76AB1}" type="pres">
      <dgm:prSet presAssocID="{C3312D71-DC62-4A32-8A82-BA81B4A143AA}" presName="connectorText" presStyleLbl="sibTrans2D1" presStyleIdx="0" presStyleCnt="6"/>
      <dgm:spPr/>
    </dgm:pt>
    <dgm:pt modelId="{BE46E987-6E57-4A5E-9345-E602CBF9EE38}" type="pres">
      <dgm:prSet presAssocID="{949F8022-F531-4C84-A8CE-E336D95F615D}" presName="node" presStyleLbl="node1" presStyleIdx="1" presStyleCnt="7" custScaleX="420903" custLinFactNeighborX="-396" custLinFactNeighborY="-4465">
        <dgm:presLayoutVars>
          <dgm:bulletEnabled val="1"/>
        </dgm:presLayoutVars>
      </dgm:prSet>
      <dgm:spPr/>
    </dgm:pt>
    <dgm:pt modelId="{A6409B3E-2C5F-4BE2-AB7C-0D1C4591020F}" type="pres">
      <dgm:prSet presAssocID="{4453828D-7265-4ABE-8736-1882B580C72D}" presName="sibTrans" presStyleLbl="sibTrans2D1" presStyleIdx="1" presStyleCnt="6"/>
      <dgm:spPr/>
    </dgm:pt>
    <dgm:pt modelId="{FAE30240-912C-4F97-BF61-AFB0204F553C}" type="pres">
      <dgm:prSet presAssocID="{4453828D-7265-4ABE-8736-1882B580C72D}" presName="connectorText" presStyleLbl="sibTrans2D1" presStyleIdx="1" presStyleCnt="6"/>
      <dgm:spPr/>
    </dgm:pt>
    <dgm:pt modelId="{00B7F859-5DB8-45DB-A651-40EC38457307}" type="pres">
      <dgm:prSet presAssocID="{F3525BA8-D294-4F20-A8C5-46F281F20723}" presName="node" presStyleLbl="node1" presStyleIdx="2" presStyleCnt="7" custScaleX="209246">
        <dgm:presLayoutVars>
          <dgm:bulletEnabled val="1"/>
        </dgm:presLayoutVars>
      </dgm:prSet>
      <dgm:spPr/>
    </dgm:pt>
    <dgm:pt modelId="{C3A8E4CD-DB56-4F4D-954C-3BFC377E835E}" type="pres">
      <dgm:prSet presAssocID="{6157D466-DC7D-4C96-ADB3-65708EDD7B61}" presName="sibTrans" presStyleLbl="sibTrans2D1" presStyleIdx="2" presStyleCnt="6"/>
      <dgm:spPr/>
    </dgm:pt>
    <dgm:pt modelId="{16F38050-5E15-41C7-9E64-F89045F4A609}" type="pres">
      <dgm:prSet presAssocID="{6157D466-DC7D-4C96-ADB3-65708EDD7B61}" presName="connectorText" presStyleLbl="sibTrans2D1" presStyleIdx="2" presStyleCnt="6"/>
      <dgm:spPr/>
    </dgm:pt>
    <dgm:pt modelId="{2E75706A-4573-4CED-BEE9-FDEC7BFDEE66}" type="pres">
      <dgm:prSet presAssocID="{3F5D634A-1017-4C16-9ED1-DA8B8EBB4A17}" presName="node" presStyleLbl="node1" presStyleIdx="3" presStyleCnt="7" custScaleX="328322">
        <dgm:presLayoutVars>
          <dgm:bulletEnabled val="1"/>
        </dgm:presLayoutVars>
      </dgm:prSet>
      <dgm:spPr/>
    </dgm:pt>
    <dgm:pt modelId="{F6F2415D-5C7B-406E-B0D3-87F69F0CC189}" type="pres">
      <dgm:prSet presAssocID="{117A51CB-5181-4E5D-8988-C510F36313C4}" presName="sibTrans" presStyleLbl="sibTrans2D1" presStyleIdx="3" presStyleCnt="6"/>
      <dgm:spPr/>
    </dgm:pt>
    <dgm:pt modelId="{D70B56AE-ACB6-4C26-8DD1-986F2A681273}" type="pres">
      <dgm:prSet presAssocID="{117A51CB-5181-4E5D-8988-C510F36313C4}" presName="connectorText" presStyleLbl="sibTrans2D1" presStyleIdx="3" presStyleCnt="6"/>
      <dgm:spPr/>
    </dgm:pt>
    <dgm:pt modelId="{A721A93B-FBE5-4001-9699-CF345BB0B99E}" type="pres">
      <dgm:prSet presAssocID="{A5CB1A5F-01E1-4364-BF26-DE5681DC4893}" presName="node" presStyleLbl="node1" presStyleIdx="4" presStyleCnt="7" custScaleX="333284">
        <dgm:presLayoutVars>
          <dgm:bulletEnabled val="1"/>
        </dgm:presLayoutVars>
      </dgm:prSet>
      <dgm:spPr/>
    </dgm:pt>
    <dgm:pt modelId="{A3324251-EAEC-4B73-9D0D-9B10BC110196}" type="pres">
      <dgm:prSet presAssocID="{30F60EFE-756D-4B14-BB43-0759C0C341CA}" presName="sibTrans" presStyleLbl="sibTrans2D1" presStyleIdx="4" presStyleCnt="6"/>
      <dgm:spPr/>
    </dgm:pt>
    <dgm:pt modelId="{85117549-54BA-447F-A8D3-BDA54039DC35}" type="pres">
      <dgm:prSet presAssocID="{30F60EFE-756D-4B14-BB43-0759C0C341CA}" presName="connectorText" presStyleLbl="sibTrans2D1" presStyleIdx="4" presStyleCnt="6"/>
      <dgm:spPr/>
    </dgm:pt>
    <dgm:pt modelId="{0DA83379-772D-48CA-93C4-CE73CB5E94E7}" type="pres">
      <dgm:prSet presAssocID="{62E472A0-3420-4874-9F60-E5F5EC5DF343}" presName="node" presStyleLbl="node1" presStyleIdx="5" presStyleCnt="7" custScaleX="338246">
        <dgm:presLayoutVars>
          <dgm:bulletEnabled val="1"/>
        </dgm:presLayoutVars>
      </dgm:prSet>
      <dgm:spPr/>
    </dgm:pt>
    <dgm:pt modelId="{40F88D44-7C06-422E-BE34-A14FEA010880}" type="pres">
      <dgm:prSet presAssocID="{6101EA74-E240-40A3-8DAD-FB1F8238CEF0}" presName="sibTrans" presStyleLbl="sibTrans2D1" presStyleIdx="5" presStyleCnt="6"/>
      <dgm:spPr/>
    </dgm:pt>
    <dgm:pt modelId="{ABB6C08D-7D8E-48EA-81A0-9BE30FC3F188}" type="pres">
      <dgm:prSet presAssocID="{6101EA74-E240-40A3-8DAD-FB1F8238CEF0}" presName="connectorText" presStyleLbl="sibTrans2D1" presStyleIdx="5" presStyleCnt="6"/>
      <dgm:spPr/>
    </dgm:pt>
    <dgm:pt modelId="{FAB908F4-C390-4F3E-A90F-9868935FBC84}" type="pres">
      <dgm:prSet presAssocID="{032FEF37-37EA-4381-9064-F3968E436074}" presName="node" presStyleLbl="node1" presStyleIdx="6" presStyleCnt="7" custScaleX="299465" custLinFactNeighborX="-456" custLinFactNeighborY="0">
        <dgm:presLayoutVars>
          <dgm:bulletEnabled val="1"/>
        </dgm:presLayoutVars>
      </dgm:prSet>
      <dgm:spPr/>
    </dgm:pt>
  </dgm:ptLst>
  <dgm:cxnLst>
    <dgm:cxn modelId="{A02E0201-106B-42EB-B6B8-82D970EC5A15}" srcId="{C4C6E735-C2DF-400E-AA3E-C9FC10F396B2}" destId="{F3525BA8-D294-4F20-A8C5-46F281F20723}" srcOrd="2" destOrd="0" parTransId="{2A4E9FB1-D029-470F-B00D-BA3ABC47AB29}" sibTransId="{6157D466-DC7D-4C96-ADB3-65708EDD7B61}"/>
    <dgm:cxn modelId="{6FD23E1B-4147-43A8-93C9-C62EE4E6D595}" srcId="{C4C6E735-C2DF-400E-AA3E-C9FC10F396B2}" destId="{36AA2FBE-6372-4445-A61C-8B1B16B65303}" srcOrd="0" destOrd="0" parTransId="{40A38E14-530A-4A79-97FB-B2EF40871EC7}" sibTransId="{C3312D71-DC62-4A32-8A82-BA81B4A143AA}"/>
    <dgm:cxn modelId="{17EE9D29-7139-4AB3-9032-A3552B2FF91A}" type="presOf" srcId="{032FEF37-37EA-4381-9064-F3968E436074}" destId="{FAB908F4-C390-4F3E-A90F-9868935FBC84}" srcOrd="0" destOrd="0" presId="urn:microsoft.com/office/officeart/2005/8/layout/process2"/>
    <dgm:cxn modelId="{B7901D2C-F639-47C0-91F3-294B2C77BFF8}" type="presOf" srcId="{3F5D634A-1017-4C16-9ED1-DA8B8EBB4A17}" destId="{2E75706A-4573-4CED-BEE9-FDEC7BFDEE66}" srcOrd="0" destOrd="0" presId="urn:microsoft.com/office/officeart/2005/8/layout/process2"/>
    <dgm:cxn modelId="{BC5ACF3B-83BE-4C34-80A1-B775278430F9}" type="presOf" srcId="{F3525BA8-D294-4F20-A8C5-46F281F20723}" destId="{00B7F859-5DB8-45DB-A651-40EC38457307}" srcOrd="0" destOrd="0" presId="urn:microsoft.com/office/officeart/2005/8/layout/process2"/>
    <dgm:cxn modelId="{32325D5B-C588-4165-BBC2-2A297DBB9FF2}" srcId="{C4C6E735-C2DF-400E-AA3E-C9FC10F396B2}" destId="{62E472A0-3420-4874-9F60-E5F5EC5DF343}" srcOrd="5" destOrd="0" parTransId="{B7EBFE57-0640-4221-8293-1202CC477E8E}" sibTransId="{6101EA74-E240-40A3-8DAD-FB1F8238CEF0}"/>
    <dgm:cxn modelId="{5DD7E144-CEA5-449B-83CF-B0A461061BEF}" type="presOf" srcId="{C3312D71-DC62-4A32-8A82-BA81B4A143AA}" destId="{6DE637A5-A147-4364-83F8-D48EC6F76AB1}" srcOrd="1" destOrd="0" presId="urn:microsoft.com/office/officeart/2005/8/layout/process2"/>
    <dgm:cxn modelId="{C6D27269-0057-44F1-863B-BD1A598147C8}" type="presOf" srcId="{4453828D-7265-4ABE-8736-1882B580C72D}" destId="{A6409B3E-2C5F-4BE2-AB7C-0D1C4591020F}" srcOrd="0" destOrd="0" presId="urn:microsoft.com/office/officeart/2005/8/layout/process2"/>
    <dgm:cxn modelId="{E7BEF96D-24C6-4F0A-B8C6-41D5D0403D21}" srcId="{C4C6E735-C2DF-400E-AA3E-C9FC10F396B2}" destId="{032FEF37-37EA-4381-9064-F3968E436074}" srcOrd="6" destOrd="0" parTransId="{0F870D20-A7BB-4725-B2EE-340D2D8CD50F}" sibTransId="{F73EC847-56A4-4FAE-94E3-7C3D3FD69920}"/>
    <dgm:cxn modelId="{8A327979-3968-4722-9693-3E988B171D11}" type="presOf" srcId="{30F60EFE-756D-4B14-BB43-0759C0C341CA}" destId="{A3324251-EAEC-4B73-9D0D-9B10BC110196}" srcOrd="0" destOrd="0" presId="urn:microsoft.com/office/officeart/2005/8/layout/process2"/>
    <dgm:cxn modelId="{6845CF7C-CEF3-4332-B721-4A1E6010E2C3}" type="presOf" srcId="{6101EA74-E240-40A3-8DAD-FB1F8238CEF0}" destId="{40F88D44-7C06-422E-BE34-A14FEA010880}" srcOrd="0" destOrd="0" presId="urn:microsoft.com/office/officeart/2005/8/layout/process2"/>
    <dgm:cxn modelId="{84D72781-9B4F-4381-B913-BC9C37D09D34}" type="presOf" srcId="{30F60EFE-756D-4B14-BB43-0759C0C341CA}" destId="{85117549-54BA-447F-A8D3-BDA54039DC35}" srcOrd="1" destOrd="0" presId="urn:microsoft.com/office/officeart/2005/8/layout/process2"/>
    <dgm:cxn modelId="{6BB7C286-43DF-40CF-B6BA-43CC89CC2143}" type="presOf" srcId="{62E472A0-3420-4874-9F60-E5F5EC5DF343}" destId="{0DA83379-772D-48CA-93C4-CE73CB5E94E7}" srcOrd="0" destOrd="0" presId="urn:microsoft.com/office/officeart/2005/8/layout/process2"/>
    <dgm:cxn modelId="{57BA6B9A-CD75-4AA2-9DF8-F1B1042A4EB8}" type="presOf" srcId="{6101EA74-E240-40A3-8DAD-FB1F8238CEF0}" destId="{ABB6C08D-7D8E-48EA-81A0-9BE30FC3F188}" srcOrd="1" destOrd="0" presId="urn:microsoft.com/office/officeart/2005/8/layout/process2"/>
    <dgm:cxn modelId="{2F4B419B-0805-4632-8BF5-2DAE03A88513}" type="presOf" srcId="{949F8022-F531-4C84-A8CE-E336D95F615D}" destId="{BE46E987-6E57-4A5E-9345-E602CBF9EE38}" srcOrd="0" destOrd="0" presId="urn:microsoft.com/office/officeart/2005/8/layout/process2"/>
    <dgm:cxn modelId="{4E261C9F-7940-4328-B472-B71A01582EF8}" srcId="{C4C6E735-C2DF-400E-AA3E-C9FC10F396B2}" destId="{949F8022-F531-4C84-A8CE-E336D95F615D}" srcOrd="1" destOrd="0" parTransId="{BD67DE14-817E-452B-9DA3-5DC45E3D3404}" sibTransId="{4453828D-7265-4ABE-8736-1882B580C72D}"/>
    <dgm:cxn modelId="{AEDA23AD-B0B1-4404-8514-E3BCD8992C87}" type="presOf" srcId="{6157D466-DC7D-4C96-ADB3-65708EDD7B61}" destId="{C3A8E4CD-DB56-4F4D-954C-3BFC377E835E}" srcOrd="0" destOrd="0" presId="urn:microsoft.com/office/officeart/2005/8/layout/process2"/>
    <dgm:cxn modelId="{183F0AB4-F817-4B38-88B6-BBF4D9CF4542}" type="presOf" srcId="{C4C6E735-C2DF-400E-AA3E-C9FC10F396B2}" destId="{E4D89796-14F5-40A9-A6E6-91464A95CD35}" srcOrd="0" destOrd="0" presId="urn:microsoft.com/office/officeart/2005/8/layout/process2"/>
    <dgm:cxn modelId="{5432CCBB-1757-47E8-8265-CFA80C7C6C49}" type="presOf" srcId="{36AA2FBE-6372-4445-A61C-8B1B16B65303}" destId="{FCA537E7-E34F-4B59-8721-38BDEB0DDF1B}" srcOrd="0" destOrd="0" presId="urn:microsoft.com/office/officeart/2005/8/layout/process2"/>
    <dgm:cxn modelId="{4E6C5BC1-7616-42C4-AEE6-20028FF28D3C}" srcId="{C4C6E735-C2DF-400E-AA3E-C9FC10F396B2}" destId="{A5CB1A5F-01E1-4364-BF26-DE5681DC4893}" srcOrd="4" destOrd="0" parTransId="{10B04824-0651-448F-9302-0F4D06E98E6C}" sibTransId="{30F60EFE-756D-4B14-BB43-0759C0C341CA}"/>
    <dgm:cxn modelId="{254773C3-1024-4627-B4CF-DBD25153F519}" type="presOf" srcId="{6157D466-DC7D-4C96-ADB3-65708EDD7B61}" destId="{16F38050-5E15-41C7-9E64-F89045F4A609}" srcOrd="1" destOrd="0" presId="urn:microsoft.com/office/officeart/2005/8/layout/process2"/>
    <dgm:cxn modelId="{E3D865CA-C208-46DC-84D1-5BF971CFA173}" type="presOf" srcId="{C3312D71-DC62-4A32-8A82-BA81B4A143AA}" destId="{15B3FD2A-71ED-4FE0-B4AB-D1F735B7A726}" srcOrd="0" destOrd="0" presId="urn:microsoft.com/office/officeart/2005/8/layout/process2"/>
    <dgm:cxn modelId="{04F23DCE-7353-49D4-9732-64356313B2C9}" srcId="{C4C6E735-C2DF-400E-AA3E-C9FC10F396B2}" destId="{3F5D634A-1017-4C16-9ED1-DA8B8EBB4A17}" srcOrd="3" destOrd="0" parTransId="{6BA0F8A5-ECDD-4660-A4E5-40B84FA00CC3}" sibTransId="{117A51CB-5181-4E5D-8988-C510F36313C4}"/>
    <dgm:cxn modelId="{922993E2-CAFB-4C95-B122-56D8301BC099}" type="presOf" srcId="{A5CB1A5F-01E1-4364-BF26-DE5681DC4893}" destId="{A721A93B-FBE5-4001-9699-CF345BB0B99E}" srcOrd="0" destOrd="0" presId="urn:microsoft.com/office/officeart/2005/8/layout/process2"/>
    <dgm:cxn modelId="{2F3658EC-8287-4F98-AAC6-77AB1786C443}" type="presOf" srcId="{117A51CB-5181-4E5D-8988-C510F36313C4}" destId="{D70B56AE-ACB6-4C26-8DD1-986F2A681273}" srcOrd="1" destOrd="0" presId="urn:microsoft.com/office/officeart/2005/8/layout/process2"/>
    <dgm:cxn modelId="{258CADF3-9F71-45B7-8FF2-9B58B2183C43}" type="presOf" srcId="{4453828D-7265-4ABE-8736-1882B580C72D}" destId="{FAE30240-912C-4F97-BF61-AFB0204F553C}" srcOrd="1" destOrd="0" presId="urn:microsoft.com/office/officeart/2005/8/layout/process2"/>
    <dgm:cxn modelId="{F0D605FE-D0C3-4003-8148-1AA52FE481F2}" type="presOf" srcId="{117A51CB-5181-4E5D-8988-C510F36313C4}" destId="{F6F2415D-5C7B-406E-B0D3-87F69F0CC189}" srcOrd="0" destOrd="0" presId="urn:microsoft.com/office/officeart/2005/8/layout/process2"/>
    <dgm:cxn modelId="{804BB102-F715-40EE-83C7-E4C09108B647}" type="presParOf" srcId="{E4D89796-14F5-40A9-A6E6-91464A95CD35}" destId="{FCA537E7-E34F-4B59-8721-38BDEB0DDF1B}" srcOrd="0" destOrd="0" presId="urn:microsoft.com/office/officeart/2005/8/layout/process2"/>
    <dgm:cxn modelId="{73544906-BF8A-4B37-A690-703851F6FF24}" type="presParOf" srcId="{E4D89796-14F5-40A9-A6E6-91464A95CD35}" destId="{15B3FD2A-71ED-4FE0-B4AB-D1F735B7A726}" srcOrd="1" destOrd="0" presId="urn:microsoft.com/office/officeart/2005/8/layout/process2"/>
    <dgm:cxn modelId="{6EBD3674-F442-4AD1-8C95-0C5243C9D8BC}" type="presParOf" srcId="{15B3FD2A-71ED-4FE0-B4AB-D1F735B7A726}" destId="{6DE637A5-A147-4364-83F8-D48EC6F76AB1}" srcOrd="0" destOrd="0" presId="urn:microsoft.com/office/officeart/2005/8/layout/process2"/>
    <dgm:cxn modelId="{E3F983D2-23B7-4292-AACB-E535D32C94D6}" type="presParOf" srcId="{E4D89796-14F5-40A9-A6E6-91464A95CD35}" destId="{BE46E987-6E57-4A5E-9345-E602CBF9EE38}" srcOrd="2" destOrd="0" presId="urn:microsoft.com/office/officeart/2005/8/layout/process2"/>
    <dgm:cxn modelId="{6A1EFD5C-448F-442B-8CBB-1DB061100B3E}" type="presParOf" srcId="{E4D89796-14F5-40A9-A6E6-91464A95CD35}" destId="{A6409B3E-2C5F-4BE2-AB7C-0D1C4591020F}" srcOrd="3" destOrd="0" presId="urn:microsoft.com/office/officeart/2005/8/layout/process2"/>
    <dgm:cxn modelId="{036DAB33-ABC5-4C24-9D90-A53205DDD716}" type="presParOf" srcId="{A6409B3E-2C5F-4BE2-AB7C-0D1C4591020F}" destId="{FAE30240-912C-4F97-BF61-AFB0204F553C}" srcOrd="0" destOrd="0" presId="urn:microsoft.com/office/officeart/2005/8/layout/process2"/>
    <dgm:cxn modelId="{C6BE8724-81DE-4316-B2D4-73AB33435023}" type="presParOf" srcId="{E4D89796-14F5-40A9-A6E6-91464A95CD35}" destId="{00B7F859-5DB8-45DB-A651-40EC38457307}" srcOrd="4" destOrd="0" presId="urn:microsoft.com/office/officeart/2005/8/layout/process2"/>
    <dgm:cxn modelId="{0D78B7AB-92CD-40BF-9203-17DA8CB1EECC}" type="presParOf" srcId="{E4D89796-14F5-40A9-A6E6-91464A95CD35}" destId="{C3A8E4CD-DB56-4F4D-954C-3BFC377E835E}" srcOrd="5" destOrd="0" presId="urn:microsoft.com/office/officeart/2005/8/layout/process2"/>
    <dgm:cxn modelId="{F76A8650-F388-42AA-B38D-AAB793FC11E3}" type="presParOf" srcId="{C3A8E4CD-DB56-4F4D-954C-3BFC377E835E}" destId="{16F38050-5E15-41C7-9E64-F89045F4A609}" srcOrd="0" destOrd="0" presId="urn:microsoft.com/office/officeart/2005/8/layout/process2"/>
    <dgm:cxn modelId="{1F1B9290-2049-49E6-A2B6-2E248FD5611B}" type="presParOf" srcId="{E4D89796-14F5-40A9-A6E6-91464A95CD35}" destId="{2E75706A-4573-4CED-BEE9-FDEC7BFDEE66}" srcOrd="6" destOrd="0" presId="urn:microsoft.com/office/officeart/2005/8/layout/process2"/>
    <dgm:cxn modelId="{6124A1B0-EE6D-4AE9-A782-3DD6057B482E}" type="presParOf" srcId="{E4D89796-14F5-40A9-A6E6-91464A95CD35}" destId="{F6F2415D-5C7B-406E-B0D3-87F69F0CC189}" srcOrd="7" destOrd="0" presId="urn:microsoft.com/office/officeart/2005/8/layout/process2"/>
    <dgm:cxn modelId="{D23499C2-44C8-454E-9A64-B7A9077C2E33}" type="presParOf" srcId="{F6F2415D-5C7B-406E-B0D3-87F69F0CC189}" destId="{D70B56AE-ACB6-4C26-8DD1-986F2A681273}" srcOrd="0" destOrd="0" presId="urn:microsoft.com/office/officeart/2005/8/layout/process2"/>
    <dgm:cxn modelId="{9EE709CD-F18E-42EC-8C17-494429654748}" type="presParOf" srcId="{E4D89796-14F5-40A9-A6E6-91464A95CD35}" destId="{A721A93B-FBE5-4001-9699-CF345BB0B99E}" srcOrd="8" destOrd="0" presId="urn:microsoft.com/office/officeart/2005/8/layout/process2"/>
    <dgm:cxn modelId="{E872AFF8-B85F-4F5D-99A3-3ED9D8C32B7E}" type="presParOf" srcId="{E4D89796-14F5-40A9-A6E6-91464A95CD35}" destId="{A3324251-EAEC-4B73-9D0D-9B10BC110196}" srcOrd="9" destOrd="0" presId="urn:microsoft.com/office/officeart/2005/8/layout/process2"/>
    <dgm:cxn modelId="{7443A9D6-A62F-41AD-880C-C28116F1D34D}" type="presParOf" srcId="{A3324251-EAEC-4B73-9D0D-9B10BC110196}" destId="{85117549-54BA-447F-A8D3-BDA54039DC35}" srcOrd="0" destOrd="0" presId="urn:microsoft.com/office/officeart/2005/8/layout/process2"/>
    <dgm:cxn modelId="{82FC015E-0033-4B9F-9563-AAFC310E1052}" type="presParOf" srcId="{E4D89796-14F5-40A9-A6E6-91464A95CD35}" destId="{0DA83379-772D-48CA-93C4-CE73CB5E94E7}" srcOrd="10" destOrd="0" presId="urn:microsoft.com/office/officeart/2005/8/layout/process2"/>
    <dgm:cxn modelId="{D209065B-6A75-4147-9E55-989B151D6A0A}" type="presParOf" srcId="{E4D89796-14F5-40A9-A6E6-91464A95CD35}" destId="{40F88D44-7C06-422E-BE34-A14FEA010880}" srcOrd="11" destOrd="0" presId="urn:microsoft.com/office/officeart/2005/8/layout/process2"/>
    <dgm:cxn modelId="{ECE0DE7F-B02F-4FCB-80F9-0E6E90CAFEE0}" type="presParOf" srcId="{40F88D44-7C06-422E-BE34-A14FEA010880}" destId="{ABB6C08D-7D8E-48EA-81A0-9BE30FC3F188}" srcOrd="0" destOrd="0" presId="urn:microsoft.com/office/officeart/2005/8/layout/process2"/>
    <dgm:cxn modelId="{B4BB059D-ECCB-44AB-A039-3B5339689730}" type="presParOf" srcId="{E4D89796-14F5-40A9-A6E6-91464A95CD35}" destId="{FAB908F4-C390-4F3E-A90F-9868935FBC84}" srcOrd="1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A537E7-E34F-4B59-8721-38BDEB0DDF1B}">
      <dsp:nvSpPr>
        <dsp:cNvPr id="0" name=""/>
        <dsp:cNvSpPr/>
      </dsp:nvSpPr>
      <dsp:spPr>
        <a:xfrm>
          <a:off x="3617982" y="543"/>
          <a:ext cx="2816089" cy="445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Dataset Collection</a:t>
          </a:r>
        </a:p>
      </dsp:txBody>
      <dsp:txXfrm>
        <a:off x="3631020" y="13581"/>
        <a:ext cx="2790013" cy="419088"/>
      </dsp:txXfrm>
    </dsp:sp>
    <dsp:sp modelId="{15B3FD2A-71ED-4FE0-B4AB-D1F735B7A726}">
      <dsp:nvSpPr>
        <dsp:cNvPr id="0" name=""/>
        <dsp:cNvSpPr/>
      </dsp:nvSpPr>
      <dsp:spPr>
        <a:xfrm rot="5400000">
          <a:off x="4946285" y="451867"/>
          <a:ext cx="159482" cy="2003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 rot="-5400000">
        <a:off x="4965930" y="472288"/>
        <a:ext cx="120193" cy="111637"/>
      </dsp:txXfrm>
    </dsp:sp>
    <dsp:sp modelId="{BE46E987-6E57-4A5E-9345-E602CBF9EE38}">
      <dsp:nvSpPr>
        <dsp:cNvPr id="0" name=""/>
        <dsp:cNvSpPr/>
      </dsp:nvSpPr>
      <dsp:spPr>
        <a:xfrm>
          <a:off x="3339687" y="658351"/>
          <a:ext cx="3372677" cy="445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Dataset Preprocessing</a:t>
          </a:r>
        </a:p>
      </dsp:txBody>
      <dsp:txXfrm>
        <a:off x="3352725" y="671389"/>
        <a:ext cx="3346601" cy="419088"/>
      </dsp:txXfrm>
    </dsp:sp>
    <dsp:sp modelId="{A6409B3E-2C5F-4BE2-AB7C-0D1C4591020F}">
      <dsp:nvSpPr>
        <dsp:cNvPr id="0" name=""/>
        <dsp:cNvSpPr/>
      </dsp:nvSpPr>
      <dsp:spPr>
        <a:xfrm rot="5383904">
          <a:off x="4940417" y="1119614"/>
          <a:ext cx="174392" cy="2003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 rot="-5400000">
        <a:off x="4967394" y="1132580"/>
        <a:ext cx="120193" cy="122074"/>
      </dsp:txXfrm>
    </dsp:sp>
    <dsp:sp modelId="{00B7F859-5DB8-45DB-A651-40EC38457307}">
      <dsp:nvSpPr>
        <dsp:cNvPr id="0" name=""/>
        <dsp:cNvSpPr/>
      </dsp:nvSpPr>
      <dsp:spPr>
        <a:xfrm>
          <a:off x="4190860" y="1336036"/>
          <a:ext cx="1676679" cy="445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EDA</a:t>
          </a:r>
        </a:p>
      </dsp:txBody>
      <dsp:txXfrm>
        <a:off x="4203898" y="1349074"/>
        <a:ext cx="1650603" cy="419088"/>
      </dsp:txXfrm>
    </dsp:sp>
    <dsp:sp modelId="{C3A8E4CD-DB56-4F4D-954C-3BFC377E835E}">
      <dsp:nvSpPr>
        <dsp:cNvPr id="0" name=""/>
        <dsp:cNvSpPr/>
      </dsp:nvSpPr>
      <dsp:spPr>
        <a:xfrm rot="5400000">
          <a:off x="4945731" y="1792329"/>
          <a:ext cx="166936" cy="2003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 rot="-5400000">
        <a:off x="4969103" y="1809023"/>
        <a:ext cx="120193" cy="116855"/>
      </dsp:txXfrm>
    </dsp:sp>
    <dsp:sp modelId="{2E75706A-4573-4CED-BEE9-FDEC7BFDEE66}">
      <dsp:nvSpPr>
        <dsp:cNvPr id="0" name=""/>
        <dsp:cNvSpPr/>
      </dsp:nvSpPr>
      <dsp:spPr>
        <a:xfrm>
          <a:off x="3713784" y="2003782"/>
          <a:ext cx="2630830" cy="445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Model Building</a:t>
          </a:r>
        </a:p>
      </dsp:txBody>
      <dsp:txXfrm>
        <a:off x="3726822" y="2016820"/>
        <a:ext cx="2604754" cy="419088"/>
      </dsp:txXfrm>
    </dsp:sp>
    <dsp:sp modelId="{F6F2415D-5C7B-406E-B0D3-87F69F0CC189}">
      <dsp:nvSpPr>
        <dsp:cNvPr id="0" name=""/>
        <dsp:cNvSpPr/>
      </dsp:nvSpPr>
      <dsp:spPr>
        <a:xfrm rot="5400000">
          <a:off x="4945731" y="2460076"/>
          <a:ext cx="166936" cy="2003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 rot="-5400000">
        <a:off x="4969103" y="2476770"/>
        <a:ext cx="120193" cy="116855"/>
      </dsp:txXfrm>
    </dsp:sp>
    <dsp:sp modelId="{A721A93B-FBE5-4001-9699-CF345BB0B99E}">
      <dsp:nvSpPr>
        <dsp:cNvPr id="0" name=""/>
        <dsp:cNvSpPr/>
      </dsp:nvSpPr>
      <dsp:spPr>
        <a:xfrm>
          <a:off x="3693904" y="2671529"/>
          <a:ext cx="2670590" cy="445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Model Evaluation</a:t>
          </a:r>
        </a:p>
      </dsp:txBody>
      <dsp:txXfrm>
        <a:off x="3706942" y="2684567"/>
        <a:ext cx="2644514" cy="419088"/>
      </dsp:txXfrm>
    </dsp:sp>
    <dsp:sp modelId="{A3324251-EAEC-4B73-9D0D-9B10BC110196}">
      <dsp:nvSpPr>
        <dsp:cNvPr id="0" name=""/>
        <dsp:cNvSpPr/>
      </dsp:nvSpPr>
      <dsp:spPr>
        <a:xfrm rot="5400000">
          <a:off x="4945731" y="3127822"/>
          <a:ext cx="166936" cy="2003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 rot="-5400000">
        <a:off x="4969103" y="3144516"/>
        <a:ext cx="120193" cy="116855"/>
      </dsp:txXfrm>
    </dsp:sp>
    <dsp:sp modelId="{0DA83379-772D-48CA-93C4-CE73CB5E94E7}">
      <dsp:nvSpPr>
        <dsp:cNvPr id="0" name=""/>
        <dsp:cNvSpPr/>
      </dsp:nvSpPr>
      <dsp:spPr>
        <a:xfrm>
          <a:off x="3674024" y="3339275"/>
          <a:ext cx="2710350" cy="445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Feature Importance</a:t>
          </a:r>
        </a:p>
      </dsp:txBody>
      <dsp:txXfrm>
        <a:off x="3687062" y="3352313"/>
        <a:ext cx="2684274" cy="419088"/>
      </dsp:txXfrm>
    </dsp:sp>
    <dsp:sp modelId="{40F88D44-7C06-422E-BE34-A14FEA010880}">
      <dsp:nvSpPr>
        <dsp:cNvPr id="0" name=""/>
        <dsp:cNvSpPr/>
      </dsp:nvSpPr>
      <dsp:spPr>
        <a:xfrm rot="5418811">
          <a:off x="4943903" y="3795569"/>
          <a:ext cx="166939" cy="2003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800" kern="1200"/>
        </a:p>
      </dsp:txBody>
      <dsp:txXfrm rot="-5400000">
        <a:off x="4967413" y="3812261"/>
        <a:ext cx="120193" cy="116857"/>
      </dsp:txXfrm>
    </dsp:sp>
    <dsp:sp modelId="{FAB908F4-C390-4F3E-A90F-9868935FBC84}">
      <dsp:nvSpPr>
        <dsp:cNvPr id="0" name=""/>
        <dsp:cNvSpPr/>
      </dsp:nvSpPr>
      <dsp:spPr>
        <a:xfrm>
          <a:off x="3825745" y="4007022"/>
          <a:ext cx="2399600" cy="4451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Result </a:t>
          </a:r>
        </a:p>
      </dsp:txBody>
      <dsp:txXfrm>
        <a:off x="3838783" y="4020060"/>
        <a:ext cx="2373524" cy="4190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7/4/2026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7/4/2026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7/4/2026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7/4/2026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3CCF-00DA-E32D-0E93-3B0CC39890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sz="4400" dirty="0" err="1"/>
              <a:t>Analyzing</a:t>
            </a:r>
            <a:r>
              <a:rPr lang="en-IN" sz="4400" dirty="0"/>
              <a:t> the Impact of Sleep and Lifestyle Factors on Stress Levels Using 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23BB41-D3D2-26EF-B091-D2C77AF5B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067" y="4792243"/>
            <a:ext cx="2214126" cy="1036657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By:</a:t>
            </a:r>
          </a:p>
          <a:p>
            <a:r>
              <a:rPr lang="en-IN" dirty="0"/>
              <a:t>      Nithyasree N</a:t>
            </a:r>
          </a:p>
          <a:p>
            <a:r>
              <a:rPr lang="en-IN" dirty="0"/>
              <a:t>      Sujith Ram V</a:t>
            </a:r>
          </a:p>
        </p:txBody>
      </p:sp>
    </p:spTree>
    <p:extLst>
      <p:ext uri="{BB962C8B-B14F-4D97-AF65-F5344CB8AC3E}">
        <p14:creationId xmlns:p14="http://schemas.microsoft.com/office/powerpoint/2010/main" val="1466208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33E30-6DB3-E430-87DF-E713D543D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PROBLEM STATEMENT AND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4AB11-C99B-D3DA-BC65-9EF8E603A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5793068" cy="4050792"/>
          </a:xfrm>
        </p:spPr>
        <p:txBody>
          <a:bodyPr/>
          <a:lstStyle/>
          <a:p>
            <a:r>
              <a:rPr lang="en-IN" dirty="0"/>
              <a:t>Predictive </a:t>
            </a:r>
            <a:r>
              <a:rPr lang="en-IN" dirty="0" err="1"/>
              <a:t>Modeling</a:t>
            </a:r>
            <a:r>
              <a:rPr lang="en-IN" dirty="0"/>
              <a:t> of Sleep Quality and Stress Architecture: Assessing Interdependencies between Lifestyle, BMI, and Cardiovascular Metrics.</a:t>
            </a:r>
          </a:p>
          <a:p>
            <a:r>
              <a:rPr lang="en-IN" dirty="0"/>
              <a:t>The objective of this project is to investigate how lifestyle factors and physiological measurements influence stress levels.</a:t>
            </a:r>
          </a:p>
          <a:p>
            <a:r>
              <a:rPr lang="en-IN" dirty="0"/>
              <a:t>. The project utilizes machine learning techniques to identify significant predictors of stress and evaluate their relationships with sleep quality and cardiovascular health.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1060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7FF924-8DA0-4BE9-8C7E-095B0EC13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6502" y="0"/>
            <a:ext cx="6125497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2792CA-9505-B12E-F37A-994CF7433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1186" y="150130"/>
            <a:ext cx="6430297" cy="1609344"/>
          </a:xfrm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IN" sz="4000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15CB8-6D92-0527-EF72-A4D70B23D8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2121408"/>
            <a:ext cx="5299585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/>
              <a:t>Source: </a:t>
            </a:r>
            <a:r>
              <a:rPr lang="en-IN" sz="1800"/>
              <a:t>Kaggle</a:t>
            </a:r>
          </a:p>
          <a:p>
            <a:pPr marL="0" indent="0">
              <a:buNone/>
            </a:pPr>
            <a:r>
              <a:rPr lang="en-IN" sz="1800" b="1"/>
              <a:t>Number of Records: </a:t>
            </a:r>
            <a:r>
              <a:rPr lang="en-IN" sz="1800"/>
              <a:t>374</a:t>
            </a:r>
          </a:p>
          <a:p>
            <a:pPr marL="0" indent="0">
              <a:buNone/>
            </a:pPr>
            <a:r>
              <a:rPr lang="en-IN" sz="1800" b="1"/>
              <a:t>Number of features:</a:t>
            </a:r>
            <a:r>
              <a:rPr lang="en-IN" sz="1800"/>
              <a:t>13</a:t>
            </a:r>
          </a:p>
          <a:p>
            <a:pPr marL="0" indent="0">
              <a:buNone/>
            </a:pPr>
            <a:endParaRPr lang="en-IN" sz="18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029B4A8-2CF0-48DC-B29E-F3B62EDDC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71DA811-F7AE-460D-9891-57F221994B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747795E-BBFD-44B4-892D-2054745A8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C7CA9D-4813-5892-6FD8-C8EFF686F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666303"/>
              </p:ext>
            </p:extLst>
          </p:nvPr>
        </p:nvGraphicFramePr>
        <p:xfrm>
          <a:off x="633999" y="2015506"/>
          <a:ext cx="5112462" cy="2837250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1373003">
                  <a:extLst>
                    <a:ext uri="{9D8B030D-6E8A-4147-A177-3AD203B41FA5}">
                      <a16:colId xmlns:a16="http://schemas.microsoft.com/office/drawing/2014/main" val="1894337702"/>
                    </a:ext>
                  </a:extLst>
                </a:gridCol>
                <a:gridCol w="3739459">
                  <a:extLst>
                    <a:ext uri="{9D8B030D-6E8A-4147-A177-3AD203B41FA5}">
                      <a16:colId xmlns:a16="http://schemas.microsoft.com/office/drawing/2014/main" val="722267734"/>
                    </a:ext>
                  </a:extLst>
                </a:gridCol>
              </a:tblGrid>
              <a:tr h="5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 marL="155849" marR="119884" marT="119884" marB="1198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Examples</a:t>
                      </a:r>
                    </a:p>
                  </a:txBody>
                  <a:tcPr marL="155849" marR="119884" marT="119884" marB="1198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070539"/>
                  </a:ext>
                </a:extLst>
              </a:tr>
              <a:tr h="5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Sleep</a:t>
                      </a:r>
                    </a:p>
                  </a:txBody>
                  <a:tcPr marL="155849" marR="119884" marT="119884" marB="1198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Sleep Duration, Quality of Sleep</a:t>
                      </a:r>
                    </a:p>
                  </a:txBody>
                  <a:tcPr marL="155849" marR="119884" marT="119884" marB="1198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38550"/>
                  </a:ext>
                </a:extLst>
              </a:tr>
              <a:tr h="5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Lifestyle</a:t>
                      </a:r>
                    </a:p>
                  </a:txBody>
                  <a:tcPr marL="155849" marR="119884" marT="119884" marB="1198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Daily Steps, Physical Activity</a:t>
                      </a:r>
                    </a:p>
                  </a:txBody>
                  <a:tcPr marL="155849" marR="119884" marT="119884" marB="1198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15492"/>
                  </a:ext>
                </a:extLst>
              </a:tr>
              <a:tr h="5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Health</a:t>
                      </a:r>
                    </a:p>
                  </a:txBody>
                  <a:tcPr marL="155849" marR="119884" marT="119884" marB="1198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Heart Rate, Blood Pressure, BMI</a:t>
                      </a:r>
                    </a:p>
                  </a:txBody>
                  <a:tcPr marL="155849" marR="119884" marT="119884" marB="1198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315279"/>
                  </a:ext>
                </a:extLst>
              </a:tr>
              <a:tr h="567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Target</a:t>
                      </a:r>
                    </a:p>
                  </a:txBody>
                  <a:tcPr marL="155849" marR="119884" marT="119884" marB="1198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Stress Level</a:t>
                      </a:r>
                    </a:p>
                  </a:txBody>
                  <a:tcPr marL="155849" marR="119884" marT="119884" marB="11988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879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628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BE166-17A8-0AA3-4088-B13BDD32F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PROJECT workflow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22E85D9-C286-E913-D56E-52C46E77C0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9873683"/>
              </p:ext>
            </p:extLst>
          </p:nvPr>
        </p:nvGraphicFramePr>
        <p:xfrm>
          <a:off x="1069975" y="1719470"/>
          <a:ext cx="10058400" cy="4452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61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CFEF6-67CC-EAA0-995A-E9A1CBB8B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1E64D-08C8-4E86-CF63-98248F967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9" y="2121408"/>
            <a:ext cx="3800326" cy="3166209"/>
          </a:xfrm>
        </p:spPr>
        <p:txBody>
          <a:bodyPr/>
          <a:lstStyle/>
          <a:p>
            <a:r>
              <a:rPr lang="en-IN" dirty="0"/>
              <a:t>Removal of Irrelevant Attributes</a:t>
            </a:r>
          </a:p>
          <a:p>
            <a:r>
              <a:rPr lang="en-IN" dirty="0"/>
              <a:t>Handling Missing Values</a:t>
            </a:r>
          </a:p>
          <a:p>
            <a:r>
              <a:rPr lang="en-IN" dirty="0"/>
              <a:t>Categorical Variable Encoding</a:t>
            </a:r>
          </a:p>
          <a:p>
            <a:r>
              <a:rPr lang="en-IN" dirty="0"/>
              <a:t>Feature and Target Selection</a:t>
            </a:r>
          </a:p>
          <a:p>
            <a:r>
              <a:rPr lang="en-IN" dirty="0"/>
              <a:t>Train-Test Split</a:t>
            </a:r>
          </a:p>
          <a:p>
            <a:endParaRPr lang="en-IN" dirty="0"/>
          </a:p>
        </p:txBody>
      </p:sp>
      <p:pic>
        <p:nvPicPr>
          <p:cNvPr id="4" name="Picture 3" descr="Data Processing in Machine Learning">
            <a:extLst>
              <a:ext uri="{FF2B5EF4-FFF2-40B4-BE49-F238E27FC236}">
                <a16:creationId xmlns:a16="http://schemas.microsoft.com/office/drawing/2014/main" id="{979FA43D-B65C-FA2E-8AE2-81D1FC088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278" y="2307387"/>
            <a:ext cx="3458818" cy="245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706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39D5-D1DC-8800-5384-E634EBCCA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68702-A442-304A-31A2-C624932FB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49287"/>
            <a:ext cx="5281256" cy="4422913"/>
          </a:xfrm>
        </p:spPr>
        <p:txBody>
          <a:bodyPr/>
          <a:lstStyle/>
          <a:p>
            <a:pPr marL="0" indent="0" algn="ctr">
              <a:buNone/>
            </a:pPr>
            <a:r>
              <a:rPr lang="en-IN" b="1" dirty="0"/>
              <a:t>CORRELATION HEATMAP</a:t>
            </a:r>
          </a:p>
          <a:p>
            <a:r>
              <a:rPr lang="en-IN" dirty="0"/>
              <a:t>To identify relationships among the variables in the dataset and determine which factors are most strongly associated with stress levels.</a:t>
            </a:r>
          </a:p>
          <a:p>
            <a:r>
              <a:rPr lang="en-IN" dirty="0"/>
              <a:t> Correlation coefficients range from -1 to +1.</a:t>
            </a:r>
          </a:p>
          <a:p>
            <a:r>
              <a:rPr lang="en-IN" dirty="0"/>
              <a:t>Values closer to +1 indicate a strong positive relationship.</a:t>
            </a:r>
          </a:p>
          <a:p>
            <a:r>
              <a:rPr lang="en-IN" dirty="0"/>
              <a:t> Values closer to -1 indicate a strong negative relationship.</a:t>
            </a:r>
          </a:p>
          <a:p>
            <a:r>
              <a:rPr lang="en-IN" dirty="0"/>
              <a:t>Values near 0 indicate little or no relationship.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6D5E2-E359-4866-11EE-30C55B81F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49287"/>
            <a:ext cx="5281256" cy="46119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9609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8D5E40-4FB8-6661-AAFD-362BE947E7D0}"/>
              </a:ext>
            </a:extLst>
          </p:cNvPr>
          <p:cNvSpPr txBox="1"/>
          <p:nvPr/>
        </p:nvSpPr>
        <p:spPr>
          <a:xfrm>
            <a:off x="566530" y="795130"/>
            <a:ext cx="5068957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SLEEP DURATION VS STRESS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The scatter plot shows a clear negative relationship between Sleep Duration and Stress Level.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 Individuals with shorter sleep durations (approximately 5.8–6.5 hours) generally exhibit higher stress levels (6–8)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Whereas individuals who sleep for longer durations (approximately 7.8–8.5 hours) tend to have lower stress levels (3–4).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EFE819-3D83-EE19-9B50-0B3BB3D4A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896" y="928111"/>
            <a:ext cx="5403574" cy="50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02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811672-6D90-59AF-F970-77A4521B3105}"/>
              </a:ext>
            </a:extLst>
          </p:cNvPr>
          <p:cNvSpPr txBox="1"/>
          <p:nvPr/>
        </p:nvSpPr>
        <p:spPr>
          <a:xfrm>
            <a:off x="437323" y="1560442"/>
            <a:ext cx="58342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BMI vs STRESS</a:t>
            </a:r>
          </a:p>
          <a:p>
            <a:pPr algn="ctr"/>
            <a:endParaRPr lang="en-IN" sz="20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The box plot reveals that stress levels vary across BMI groups.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The Obese category exhibits relatively higher median stress levels and a wider spread compared to other categories.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Normal Weight individuals generally display lower and more consistent stress levels.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129307-DE51-3600-AA4D-00CE60830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104" y="1560442"/>
            <a:ext cx="5474733" cy="36675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1568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C9BA6-C870-7D58-708C-8E521B2F5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Machine learning 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2BF82-4A60-F8DD-B588-79E4BAFD2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9" y="1739348"/>
            <a:ext cx="5738456" cy="4432852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Logistic Regression:</a:t>
            </a:r>
          </a:p>
          <a:p>
            <a:pPr lvl="1"/>
            <a:r>
              <a:rPr lang="en-IN" dirty="0"/>
              <a:t>Baseline classification model due to its simplicity and computational efficiency.</a:t>
            </a:r>
          </a:p>
          <a:p>
            <a:pPr lvl="1"/>
            <a:r>
              <a:rPr lang="en-IN"/>
              <a:t>Uses Probabilistic </a:t>
            </a:r>
            <a:r>
              <a:rPr lang="en-IN" dirty="0"/>
              <a:t>approach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Decision tree:</a:t>
            </a:r>
          </a:p>
          <a:p>
            <a:pPr lvl="1"/>
            <a:r>
              <a:rPr lang="en-IN" dirty="0"/>
              <a:t>Models nonlinear relationships among the predictor variables.</a:t>
            </a:r>
          </a:p>
          <a:p>
            <a:pPr lvl="1"/>
            <a:r>
              <a:rPr lang="en-IN" dirty="0"/>
              <a:t> The model generates a hierarchical structure of decision rules based on feature values.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Random Forest:</a:t>
            </a:r>
          </a:p>
          <a:p>
            <a:pPr lvl="1"/>
            <a:r>
              <a:rPr lang="en-IN" dirty="0"/>
              <a:t>Ensemble learning algorithm that combines multiple decision trees and aggregates their predictions through a voting mechanism. </a:t>
            </a:r>
          </a:p>
          <a:p>
            <a:pPr lvl="1"/>
            <a:r>
              <a:rPr lang="en-IN" dirty="0"/>
              <a:t>This approach improves robustness and reduces overfitting.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pic>
        <p:nvPicPr>
          <p:cNvPr id="4" name="Picture 3" descr="Random Forest Algorithm in Machine Learning">
            <a:extLst>
              <a:ext uri="{FF2B5EF4-FFF2-40B4-BE49-F238E27FC236}">
                <a16:creationId xmlns:a16="http://schemas.microsoft.com/office/drawing/2014/main" id="{6EDA8E52-2AF1-4E39-9A27-7B55178FE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8305" y="1838740"/>
            <a:ext cx="4612022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581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7266-49DC-D0DB-90AE-599B5EB72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Model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59CC07-C5C4-3065-D6E0-40134AAA09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25954"/>
              </p:ext>
            </p:extLst>
          </p:nvPr>
        </p:nvGraphicFramePr>
        <p:xfrm>
          <a:off x="1321904" y="1987825"/>
          <a:ext cx="4929810" cy="2776200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464905">
                  <a:extLst>
                    <a:ext uri="{9D8B030D-6E8A-4147-A177-3AD203B41FA5}">
                      <a16:colId xmlns:a16="http://schemas.microsoft.com/office/drawing/2014/main" val="2942367868"/>
                    </a:ext>
                  </a:extLst>
                </a:gridCol>
                <a:gridCol w="2464905">
                  <a:extLst>
                    <a:ext uri="{9D8B030D-6E8A-4147-A177-3AD203B41FA5}">
                      <a16:colId xmlns:a16="http://schemas.microsoft.com/office/drawing/2014/main" val="119617732"/>
                    </a:ext>
                  </a:extLst>
                </a:gridCol>
              </a:tblGrid>
              <a:tr h="694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Model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Accuracy (%)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3839793"/>
                  </a:ext>
                </a:extLst>
              </a:tr>
              <a:tr h="694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Logistic Regression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86.67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3218443"/>
                  </a:ext>
                </a:extLst>
              </a:tr>
              <a:tr h="694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Decision Tree</a:t>
                      </a:r>
                      <a:endParaRPr lang="en-IN" sz="1100" dirty="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97.33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3157335"/>
                  </a:ext>
                </a:extLst>
              </a:tr>
              <a:tr h="69405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Random Forest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100.00</a:t>
                      </a:r>
                      <a:endParaRPr lang="en-IN" sz="1100" dirty="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8838368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3EA0FCC-0C3D-DFB0-84C7-765C5FB20A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9489886"/>
              </p:ext>
            </p:extLst>
          </p:nvPr>
        </p:nvGraphicFramePr>
        <p:xfrm>
          <a:off x="6579705" y="1808923"/>
          <a:ext cx="4800600" cy="35979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35755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C883B-723A-037F-BC4C-4B45AC5B4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Feature importance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7493FE-47DD-BC8B-606C-A951C3C982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0403889"/>
              </p:ext>
            </p:extLst>
          </p:nvPr>
        </p:nvGraphicFramePr>
        <p:xfrm>
          <a:off x="941483" y="1958009"/>
          <a:ext cx="4485281" cy="358802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371211">
                  <a:extLst>
                    <a:ext uri="{9D8B030D-6E8A-4147-A177-3AD203B41FA5}">
                      <a16:colId xmlns:a16="http://schemas.microsoft.com/office/drawing/2014/main" val="1607242905"/>
                    </a:ext>
                  </a:extLst>
                </a:gridCol>
                <a:gridCol w="2114070">
                  <a:extLst>
                    <a:ext uri="{9D8B030D-6E8A-4147-A177-3AD203B41FA5}">
                      <a16:colId xmlns:a16="http://schemas.microsoft.com/office/drawing/2014/main" val="3829038773"/>
                    </a:ext>
                  </a:extLst>
                </a:gridCol>
              </a:tblGrid>
              <a:tr h="29900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Feature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Importance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4438974"/>
                  </a:ext>
                </a:extLst>
              </a:tr>
              <a:tr h="29900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Sleep Duration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0.221510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9437563"/>
                  </a:ext>
                </a:extLst>
              </a:tr>
              <a:tr h="29900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Quality of Sleep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0.161708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3108924"/>
                  </a:ext>
                </a:extLst>
              </a:tr>
              <a:tr h="29900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Heart Rate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0.113826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3913344"/>
                  </a:ext>
                </a:extLst>
              </a:tr>
              <a:tr h="29900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Age</a:t>
                      </a:r>
                      <a:endParaRPr lang="en-IN" sz="1100" dirty="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0.110289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6309303"/>
                  </a:ext>
                </a:extLst>
              </a:tr>
              <a:tr h="29900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Daily Steps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0.103252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3869711"/>
                  </a:ext>
                </a:extLst>
              </a:tr>
              <a:tr h="29900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Physical Activity Level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0.074992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4036038"/>
                  </a:ext>
                </a:extLst>
              </a:tr>
              <a:tr h="29900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Blood Pressure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0.074787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0477097"/>
                  </a:ext>
                </a:extLst>
              </a:tr>
              <a:tr h="29900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Occupation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0.049885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026643"/>
                  </a:ext>
                </a:extLst>
              </a:tr>
              <a:tr h="29900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Gender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0.043363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5901173"/>
                  </a:ext>
                </a:extLst>
              </a:tr>
              <a:tr h="29900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Sleep Disorder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0.025504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9315616"/>
                  </a:ext>
                </a:extLst>
              </a:tr>
              <a:tr h="299002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BMI Category</a:t>
                      </a:r>
                      <a:endParaRPr lang="en-IN" sz="110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0.020885</a:t>
                      </a:r>
                      <a:endParaRPr lang="en-IN" sz="1100" dirty="0">
                        <a:solidFill>
                          <a:srgbClr val="595959"/>
                        </a:solidFill>
                        <a:effectLst/>
                        <a:latin typeface="Constantia" panose="02030602050306030303" pitchFamily="18" charset="0"/>
                        <a:ea typeface="Constantia" panose="02030602050306030303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200545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9EDFF76-E176-0D5A-29B7-8521C422B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62638"/>
            <a:ext cx="5690646" cy="34541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8476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AF40C-0E18-12BA-FF86-DCABBA5A5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future scopes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7EAAF-D2FD-078D-0A22-34F8F1519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6206" y="2093976"/>
            <a:ext cx="8819587" cy="3066818"/>
          </a:xfrm>
        </p:spPr>
        <p:txBody>
          <a:bodyPr/>
          <a:lstStyle/>
          <a:p>
            <a:pPr lvl="0"/>
            <a:r>
              <a:rPr lang="en-IN" dirty="0"/>
              <a:t>Future studies may utilize larger real-world healthcare datasets.</a:t>
            </a:r>
          </a:p>
          <a:p>
            <a:pPr lvl="0"/>
            <a:r>
              <a:rPr lang="en-IN" dirty="0"/>
              <a:t>Additional variables such as mental health indicators, dietary habits, and wearable sensor data can be incorporated.</a:t>
            </a:r>
          </a:p>
          <a:p>
            <a:pPr lvl="0"/>
            <a:r>
              <a:rPr lang="en-IN" dirty="0"/>
              <a:t>Advanced machine learning and deep learning techniques can be explored for improved prediction performance.</a:t>
            </a:r>
          </a:p>
          <a:p>
            <a:pPr lvl="0"/>
            <a:r>
              <a:rPr lang="en-IN" dirty="0"/>
              <a:t>The developed model can be integrated into healthcare monitoring systems for early stress assessment and preventive intervention.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9801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48FB4-F3E8-302D-A148-EEA89A099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47170-BCCC-3216-136C-69EBCF782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880" y="1987826"/>
            <a:ext cx="7080239" cy="3083516"/>
          </a:xfrm>
        </p:spPr>
        <p:txBody>
          <a:bodyPr/>
          <a:lstStyle/>
          <a:p>
            <a:r>
              <a:rPr lang="en-IN" dirty="0"/>
              <a:t>Sleep Duration is the strongest predictor. </a:t>
            </a:r>
          </a:p>
          <a:p>
            <a:r>
              <a:rPr lang="en-IN" dirty="0"/>
              <a:t>Random Forest achieved highest accuracy. </a:t>
            </a:r>
          </a:p>
          <a:p>
            <a:r>
              <a:rPr lang="en-IN" dirty="0"/>
              <a:t>Sleep variables play a major role in stress prediction. </a:t>
            </a:r>
          </a:p>
          <a:p>
            <a:r>
              <a:rPr lang="en-IN" dirty="0"/>
              <a:t>Machine Learning can support healthcare analytics.</a:t>
            </a:r>
          </a:p>
        </p:txBody>
      </p:sp>
      <p:pic>
        <p:nvPicPr>
          <p:cNvPr id="4" name="Picture 3" descr="https://images.openai.com/static-rsc-4/AIfjOUpedv-GZQAuetOED1izHXnN5Obd5cKo98q0erOeAlKHFz_5Tpti_shxUVC2huO41n2A7zXwhYm5gyEvX73t-9i34jH-06ang9WBssCRylzBcQzxIWlchd98LFwY6VLq3bMd6AageLSZoL0j7lrT6yI8J8O_bMdG9xH0pKG_dTSQ6Mtapjznhg0sXNxn?purpose=fullsize">
            <a:extLst>
              <a:ext uri="{FF2B5EF4-FFF2-40B4-BE49-F238E27FC236}">
                <a16:creationId xmlns:a16="http://schemas.microsoft.com/office/drawing/2014/main" id="{9CC8BE23-30C5-56CD-9C38-F1EAABA0E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331" y="4137164"/>
            <a:ext cx="2025097" cy="2025097"/>
          </a:xfrm>
          <a:prstGeom prst="rect">
            <a:avLst/>
          </a:prstGeom>
        </p:spPr>
      </p:pic>
      <p:pic>
        <p:nvPicPr>
          <p:cNvPr id="5" name="Picture 4" descr="https://images.openai.com/static-rsc-4/6wrDX31MK4t3S_5IjoCn4-eABgRohTF2UAvkizea2J4eXxsC5BergXoL_zsbOr0No2ycqOC4g_nJ4FeVTARFbXeYlxadCX3DN1drR7jWt-rElZTnWei4zVT4dZes0O17JcXrM-VZWLBXOhifiKVnSwqkzH6PSLxor-EiW8gshdiY8oCGjvTYZ9qLj1w5XrFu?purpose=fullsize">
            <a:extLst>
              <a:ext uri="{FF2B5EF4-FFF2-40B4-BE49-F238E27FC236}">
                <a16:creationId xmlns:a16="http://schemas.microsoft.com/office/drawing/2014/main" id="{4B747793-D55D-8F50-AB1B-484F26C12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460" y="3891468"/>
            <a:ext cx="2481900" cy="2481900"/>
          </a:xfrm>
          <a:prstGeom prst="rect">
            <a:avLst/>
          </a:prstGeom>
        </p:spPr>
      </p:pic>
      <p:pic>
        <p:nvPicPr>
          <p:cNvPr id="8" name="Picture 7" descr="Artificial intelligence Wanicon Flat icon | Freepik">
            <a:extLst>
              <a:ext uri="{FF2B5EF4-FFF2-40B4-BE49-F238E27FC236}">
                <a16:creationId xmlns:a16="http://schemas.microsoft.com/office/drawing/2014/main" id="{CBC994CB-D350-90A0-8B7A-F7A089CA3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7590" y="3989061"/>
            <a:ext cx="2164561" cy="216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892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{02F0FB5D-DF4A-4BCA-B235-D142215B090F}TF2ec419c9-97c3-4958-b02a-0886397d33afcfe10e4b-d68909c4b1b0</Template>
  <TotalTime>2726</TotalTime>
  <Words>554</Words>
  <Application>Microsoft Office PowerPoint</Application>
  <PresentationFormat>Widescreen</PresentationFormat>
  <Paragraphs>108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Constantia</vt:lpstr>
      <vt:lpstr>Rockwell</vt:lpstr>
      <vt:lpstr>Rockwell Condensed</vt:lpstr>
      <vt:lpstr>Rockwell Extra Bold</vt:lpstr>
      <vt:lpstr>Wingdings</vt:lpstr>
      <vt:lpstr>Wood Type</vt:lpstr>
      <vt:lpstr>Analyzing the Impact of Sleep and Lifestyle Factors on Stress Levels Using ML</vt:lpstr>
      <vt:lpstr>PROBLEM STATEMENT AND OBJECTIVE</vt:lpstr>
      <vt:lpstr>DATASET</vt:lpstr>
      <vt:lpstr>PROJECT workflow</vt:lpstr>
      <vt:lpstr>Data preprocessing</vt:lpstr>
      <vt:lpstr>Exploratory data analysis</vt:lpstr>
      <vt:lpstr>PowerPoint Presentation</vt:lpstr>
      <vt:lpstr>PowerPoint Presentation</vt:lpstr>
      <vt:lpstr>Machine learning model development</vt:lpstr>
      <vt:lpstr>Model results</vt:lpstr>
      <vt:lpstr>Feature importance</vt:lpstr>
      <vt:lpstr>future scopes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Nithyasree N</dc:creator>
  <cp:lastModifiedBy>Nithyasree N</cp:lastModifiedBy>
  <cp:revision>1</cp:revision>
  <dcterms:created xsi:type="dcterms:W3CDTF">2026-06-26T05:34:12Z</dcterms:created>
  <dcterms:modified xsi:type="dcterms:W3CDTF">2026-07-06T07:22:23Z</dcterms:modified>
</cp:coreProperties>
</file>